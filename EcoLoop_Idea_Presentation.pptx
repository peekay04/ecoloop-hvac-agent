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dashboard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1165354"/>
            <a:ext cx="11632801" cy="3997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Autonomous AI Agent for Real-Time Building Energy Optimization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Clean &amp; Green Technology /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 – Shashank P Karajagi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ID – PES1UG23AM283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EcoLoop — LLM-Driven Autonomous HVAC Control Agent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4300" y="1779171"/>
            <a:ext cx="1187767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Arial" pitchFamily="34" charset="0"/>
                <a:cs typeface="Arial" pitchFamily="34" charset="0"/>
              </a:rPr>
              <a:t>A closed-loop AI agent that replaces static HVAC schedules with real-time, physics-grounded decisions.</a:t>
            </a:r>
            <a:endParaRPr lang="en-US" sz="20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An autonomous agent pairs EnergyPlus building-physics simulation with a self-hosted Qwen2.5-7B LLM, which sets cooling/heating setpoints every simulated hour based on live zone temperature, outdoor conditions, and thermal trend.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Traditional BMS use rigid fixed schedules that cannot adapt to real-time weather or occupancy shifts; our agent continuously reasons over live sensor data and self-corrects, discovering the building’s true efficient operating envelope instead of guessing at design time.</a:t>
            </a:r>
          </a:p>
          <a:p>
            <a:pPr algn="just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Combines native LLM tool-calling (zero fine-tuning) with day/night memory partitioning and rejection-as-feedback — turning hardware safety limits into a live, self-correcting signal, with every decision and model version fully auditable.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71628"/>
            <a:ext cx="93853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Technologies: EnergyPlus 26.1 + PyEnergyPlus API (simulation engine), Qwen2.5-7B-Instruct served via Ollama with native tool-calling, Python orchestration layer, ngrok tunnel for remote LLM access, pandas-based savings dashboard.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Methodology: An Interval Governor triggers exactly one LLM inference per simulated hour; proposed setpoints pass through a rule-based Safety Net (physical + occupancy comfort bounds) before reaching EnergyPlus actuators; rejected actions feed back into a day/night memory buffer so the agent self-corrects, validated against a static baseline run for direct kWh comparison.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14425" y="1247364"/>
            <a:ext cx="93853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Feasibility: Built entirely on open-source, self-hostable components (EnergyPlus, Ollama, Qwen2.5) — no proprietary APIs or licensing cost, deployable on any building with a BMS-exposed setpoint interface.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Challenges: LLM inference latency over network tunnels; risk of the model proposing physically invalid setpoints; balancing energy savings against occupant comfort.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Mitigation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a bounded memory context caps prompt/latency growth; a deterministic safety-net layer hard-rejects invalid actions and feeds structured correction text back to the model; occupancy-aware comfort bands are enforced in code regardless of AI output.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4800600" cy="44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fontScale="90000" lnSpcReduction="10000"/>
          </a:bodyPr>
          <a:lstStyle/>
          <a:p>
            <a:pPr marL="342900" marR="0" lvl="0" indent="-342900" algn="just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None/>
            </a:pPr>
            <a:r>
              <a:rPr lang="en-US" sz="19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Verified Results — 72-hr Simulation (3 Day/Night Cycles)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Baseline HVAC energy: 91.39 kWh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Autonomous AI-agent energy: 64.09 kWh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Net savings: 27.30 kWh (29.87%)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Comfort in-band (20–26°C, occupied hrs): Baseline 100% | AI 87.9%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Fail-static confirmed live: ngrok drop at Hour 0 → agent held last-known-good setpoints, no crash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 code, architecture doc &amp; dashboard included in repo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20" name="Dashboard Screenshot" descr="HVAC savings dashboard: cumulative energy baseline vs AI agent, and thermal comfort proxy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530000" y="1600200"/>
            <a:ext cx="5800000" cy="435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33450" y="1456435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References: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Engineering Reference &amp; PyEnergyPlus API docs (energyplus.net)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Qwen2.5 model card (Ollama library)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ASHRAE Standard 55 - Thermal Environmental Conditions for Human Occupancy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Ollama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tool-calling API documentation.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7837</TotalTime>
  <Words>482</Words>
  <Application>Microsoft Office PowerPoint</Application>
  <PresentationFormat>Widescreen</PresentationFormat>
  <Paragraphs>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TradeGothic</vt:lpstr>
      <vt:lpstr>Office Theme</vt:lpstr>
      <vt:lpstr>PowerPoint Presentation</vt:lpstr>
      <vt:lpstr> EcoLoop — LLM-Driven Autonomous HVAC Control Agent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Shashank Karajagi</dc:creator>
  <cp:keywords/>
  <dc:description/>
  <cp:lastModifiedBy>Shashank Karajagi</cp:lastModifiedBy>
  <cp:revision>154</cp:revision>
  <dcterms:created xsi:type="dcterms:W3CDTF">2013-12-12T18:46:50Z</dcterms:created>
  <dcterms:modified xsi:type="dcterms:W3CDTF">2026-07-26T17:40:51Z</dcterms:modified>
  <cp:category/>
</cp:coreProperties>
</file>